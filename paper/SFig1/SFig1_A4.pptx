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61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FFA0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2"/>
    <p:restoredTop sz="95775"/>
  </p:normalViewPr>
  <p:slideViewPr>
    <p:cSldViewPr snapToGrid="0" snapToObjects="1">
      <p:cViewPr>
        <p:scale>
          <a:sx n="111" d="100"/>
          <a:sy n="111" d="100"/>
        </p:scale>
        <p:origin x="25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CF064-7D13-9A43-A714-7487AD6C4146}" type="datetimeFigureOut">
              <a:rPr lang="en-US" smtClean="0"/>
              <a:t>10/2/24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2025B-6A6C-9943-A991-E2BBFF1E0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37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B2AA-D266-3944-AEA5-86F46132A9F6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1785-08B0-6D4E-AAA1-06EF6C19B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33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B2AA-D266-3944-AEA5-86F46132A9F6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1785-08B0-6D4E-AAA1-06EF6C19B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92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B2AA-D266-3944-AEA5-86F46132A9F6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1785-08B0-6D4E-AAA1-06EF6C19B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70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B2AA-D266-3944-AEA5-86F46132A9F6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1785-08B0-6D4E-AAA1-06EF6C19B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3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B2AA-D266-3944-AEA5-86F46132A9F6}" type="datetimeFigureOut">
              <a:rPr lang="en-US" smtClean="0"/>
              <a:t>10/2/24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1785-08B0-6D4E-AAA1-06EF6C19B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0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B2AA-D266-3944-AEA5-86F46132A9F6}" type="datetimeFigureOut">
              <a:rPr lang="en-US" smtClean="0"/>
              <a:t>10/2/24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1785-08B0-6D4E-AAA1-06EF6C19B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6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B2AA-D266-3944-AEA5-86F46132A9F6}" type="datetimeFigureOut">
              <a:rPr lang="en-US" smtClean="0"/>
              <a:t>10/2/24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1785-08B0-6D4E-AAA1-06EF6C19B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2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B2AA-D266-3944-AEA5-86F46132A9F6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1785-08B0-6D4E-AAA1-06EF6C19B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8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B2AA-D266-3944-AEA5-86F46132A9F6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1785-08B0-6D4E-AAA1-06EF6C19B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44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B2AA-D266-3944-AEA5-86F46132A9F6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1785-08B0-6D4E-AAA1-06EF6C19B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936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B2AA-D266-3944-AEA5-86F46132A9F6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1785-08B0-6D4E-AAA1-06EF6C19B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8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DB2AA-D266-3944-AEA5-86F46132A9F6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91785-08B0-6D4E-AAA1-06EF6C19B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01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01691E-91F3-A77B-0773-FCA64184C908}"/>
              </a:ext>
            </a:extLst>
          </p:cNvPr>
          <p:cNvSpPr txBox="1"/>
          <p:nvPr/>
        </p:nvSpPr>
        <p:spPr>
          <a:xfrm flipH="1">
            <a:off x="0" y="131566"/>
            <a:ext cx="335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</a:t>
            </a:r>
          </a:p>
        </p:txBody>
      </p:sp>
      <p:pic>
        <p:nvPicPr>
          <p:cNvPr id="40" name="Picture 39" descr="A map of the country with red and blue dots&#10;&#10;Description automatically generated">
            <a:extLst>
              <a:ext uri="{FF2B5EF4-FFF2-40B4-BE49-F238E27FC236}">
                <a16:creationId xmlns:a16="http://schemas.microsoft.com/office/drawing/2014/main" id="{5F10FD9B-2D09-A8B9-0970-B7DF7DA2D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48" y="187105"/>
            <a:ext cx="2148840" cy="2286000"/>
          </a:xfrm>
          <a:prstGeom prst="rect">
            <a:avLst/>
          </a:prstGeom>
        </p:spPr>
      </p:pic>
      <p:pic>
        <p:nvPicPr>
          <p:cNvPr id="42" name="Picture 41" descr="A close-up of text&#10;&#10;Description automatically generated">
            <a:extLst>
              <a:ext uri="{FF2B5EF4-FFF2-40B4-BE49-F238E27FC236}">
                <a16:creationId xmlns:a16="http://schemas.microsoft.com/office/drawing/2014/main" id="{BE454293-1771-F2E3-DDF3-990288F01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723" y="2207411"/>
            <a:ext cx="914400" cy="612395"/>
          </a:xfrm>
          <a:prstGeom prst="rect">
            <a:avLst/>
          </a:prstGeom>
        </p:spPr>
      </p:pic>
      <p:pic>
        <p:nvPicPr>
          <p:cNvPr id="13" name="Picture 12" descr="A graph of different colors and numbers&#10;&#10;Description automatically generated">
            <a:extLst>
              <a:ext uri="{FF2B5EF4-FFF2-40B4-BE49-F238E27FC236}">
                <a16:creationId xmlns:a16="http://schemas.microsoft.com/office/drawing/2014/main" id="{E26B9275-09F6-334C-D6A4-21542B0E1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536" y="187188"/>
            <a:ext cx="2130999" cy="256032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89D75F9C-7A9F-09C6-3784-3593103EB559}"/>
              </a:ext>
            </a:extLst>
          </p:cNvPr>
          <p:cNvSpPr txBox="1"/>
          <p:nvPr/>
        </p:nvSpPr>
        <p:spPr>
          <a:xfrm flipH="1">
            <a:off x="2886505" y="3356679"/>
            <a:ext cx="335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26B9D4-49CC-E1DC-FA06-336E28BC8EAC}"/>
              </a:ext>
            </a:extLst>
          </p:cNvPr>
          <p:cNvSpPr txBox="1"/>
          <p:nvPr/>
        </p:nvSpPr>
        <p:spPr>
          <a:xfrm flipH="1">
            <a:off x="2592536" y="179584"/>
            <a:ext cx="335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8FFBDD-9BEF-FC66-F8FB-B35A4C17D7D8}"/>
              </a:ext>
            </a:extLst>
          </p:cNvPr>
          <p:cNvSpPr txBox="1"/>
          <p:nvPr/>
        </p:nvSpPr>
        <p:spPr>
          <a:xfrm flipH="1">
            <a:off x="4466740" y="179584"/>
            <a:ext cx="335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</a:t>
            </a:r>
          </a:p>
        </p:txBody>
      </p:sp>
      <p:pic>
        <p:nvPicPr>
          <p:cNvPr id="3" name="Picture 2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86C779AE-8328-77EB-158B-1192EDC55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459" y="187188"/>
            <a:ext cx="2090537" cy="2560320"/>
          </a:xfrm>
          <a:prstGeom prst="rect">
            <a:avLst/>
          </a:prstGeom>
        </p:spPr>
      </p:pic>
      <p:pic>
        <p:nvPicPr>
          <p:cNvPr id="7" name="Picture 6" descr="A graph of red and blue dots&#10;&#10;Description automatically generated">
            <a:extLst>
              <a:ext uri="{FF2B5EF4-FFF2-40B4-BE49-F238E27FC236}">
                <a16:creationId xmlns:a16="http://schemas.microsoft.com/office/drawing/2014/main" id="{736D64E2-A333-39A8-2DC9-B05E6D0054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74" y="3359275"/>
            <a:ext cx="2819570" cy="246888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05A94DD-13E6-AD24-8D9E-75FBB07C7DC6}"/>
              </a:ext>
            </a:extLst>
          </p:cNvPr>
          <p:cNvSpPr txBox="1"/>
          <p:nvPr/>
        </p:nvSpPr>
        <p:spPr>
          <a:xfrm flipH="1">
            <a:off x="0" y="3359275"/>
            <a:ext cx="335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1C4E84-5F34-B6F4-7545-10B510C0A6C3}"/>
              </a:ext>
            </a:extLst>
          </p:cNvPr>
          <p:cNvCxnSpPr>
            <a:cxnSpLocks/>
          </p:cNvCxnSpPr>
          <p:nvPr/>
        </p:nvCxnSpPr>
        <p:spPr>
          <a:xfrm flipV="1">
            <a:off x="2225204" y="3424450"/>
            <a:ext cx="195491" cy="5029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C5205FF-84CC-8CB3-FAC6-23D99F12D4B4}"/>
              </a:ext>
            </a:extLst>
          </p:cNvPr>
          <p:cNvSpPr txBox="1"/>
          <p:nvPr/>
        </p:nvSpPr>
        <p:spPr>
          <a:xfrm>
            <a:off x="2370688" y="3323851"/>
            <a:ext cx="6084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KRT19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607BAD-605E-EC4E-8A84-A7E434912E77}"/>
              </a:ext>
            </a:extLst>
          </p:cNvPr>
          <p:cNvCxnSpPr>
            <a:cxnSpLocks/>
          </p:cNvCxnSpPr>
          <p:nvPr/>
        </p:nvCxnSpPr>
        <p:spPr>
          <a:xfrm flipV="1">
            <a:off x="2200845" y="3940649"/>
            <a:ext cx="195491" cy="5029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44696BA-FD16-9798-057E-CD523C8FD217}"/>
              </a:ext>
            </a:extLst>
          </p:cNvPr>
          <p:cNvSpPr txBox="1"/>
          <p:nvPr/>
        </p:nvSpPr>
        <p:spPr>
          <a:xfrm>
            <a:off x="2346329" y="3840050"/>
            <a:ext cx="608497" cy="24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S100A6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3DA179-7196-2594-3639-2D854C84E8DB}"/>
              </a:ext>
            </a:extLst>
          </p:cNvPr>
          <p:cNvCxnSpPr>
            <a:cxnSpLocks/>
          </p:cNvCxnSpPr>
          <p:nvPr/>
        </p:nvCxnSpPr>
        <p:spPr>
          <a:xfrm flipV="1">
            <a:off x="2142803" y="4299168"/>
            <a:ext cx="195491" cy="5029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AFE1D9-D0F3-E642-C5E9-D2D5A74FFB85}"/>
              </a:ext>
            </a:extLst>
          </p:cNvPr>
          <p:cNvSpPr txBox="1"/>
          <p:nvPr/>
        </p:nvSpPr>
        <p:spPr>
          <a:xfrm>
            <a:off x="2288287" y="4198569"/>
            <a:ext cx="6084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GAPDH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CC1898-73FC-1DC9-5111-45F9AB35535C}"/>
              </a:ext>
            </a:extLst>
          </p:cNvPr>
          <p:cNvCxnSpPr>
            <a:cxnSpLocks/>
          </p:cNvCxnSpPr>
          <p:nvPr/>
        </p:nvCxnSpPr>
        <p:spPr>
          <a:xfrm flipH="1" flipV="1">
            <a:off x="1193171" y="4772419"/>
            <a:ext cx="217705" cy="15835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98F683E-D418-742D-CA8D-BF9C83131EAF}"/>
              </a:ext>
            </a:extLst>
          </p:cNvPr>
          <p:cNvSpPr txBox="1"/>
          <p:nvPr/>
        </p:nvSpPr>
        <p:spPr>
          <a:xfrm>
            <a:off x="845906" y="4636153"/>
            <a:ext cx="6084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PIGR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8F1648D-DBB6-060A-1798-78A09F3FD252}"/>
              </a:ext>
            </a:extLst>
          </p:cNvPr>
          <p:cNvCxnSpPr>
            <a:cxnSpLocks/>
          </p:cNvCxnSpPr>
          <p:nvPr/>
        </p:nvCxnSpPr>
        <p:spPr>
          <a:xfrm flipH="1" flipV="1">
            <a:off x="1203872" y="5013325"/>
            <a:ext cx="367181" cy="4107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4E2FA62-0751-00D8-ACAA-6BDEC93A3EEE}"/>
              </a:ext>
            </a:extLst>
          </p:cNvPr>
          <p:cNvSpPr txBox="1"/>
          <p:nvPr/>
        </p:nvSpPr>
        <p:spPr>
          <a:xfrm>
            <a:off x="741131" y="4880141"/>
            <a:ext cx="6084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MUC5B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71F6833-2E78-FE4F-B984-E5171036285E}"/>
              </a:ext>
            </a:extLst>
          </p:cNvPr>
          <p:cNvCxnSpPr>
            <a:cxnSpLocks/>
          </p:cNvCxnSpPr>
          <p:nvPr/>
        </p:nvCxnSpPr>
        <p:spPr>
          <a:xfrm flipH="1" flipV="1">
            <a:off x="1484429" y="4695035"/>
            <a:ext cx="67060" cy="245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5B1650E-F8C6-E32D-BFBE-8F50E8D1026C}"/>
              </a:ext>
            </a:extLst>
          </p:cNvPr>
          <p:cNvSpPr txBox="1"/>
          <p:nvPr/>
        </p:nvSpPr>
        <p:spPr>
          <a:xfrm>
            <a:off x="1349628" y="4510719"/>
            <a:ext cx="6084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C3</a:t>
            </a:r>
          </a:p>
        </p:txBody>
      </p:sp>
      <p:pic>
        <p:nvPicPr>
          <p:cNvPr id="29" name="Picture 28" descr="A group of different colored dots&#10;&#10;Description automatically generated">
            <a:extLst>
              <a:ext uri="{FF2B5EF4-FFF2-40B4-BE49-F238E27FC236}">
                <a16:creationId xmlns:a16="http://schemas.microsoft.com/office/drawing/2014/main" id="{B7B325F4-9664-89E4-BE11-D769A8869A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3480" y="3323851"/>
            <a:ext cx="3817786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42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20960</TotalTime>
  <Words>11</Words>
  <Application>Microsoft Macintosh PowerPoint</Application>
  <PresentationFormat>A4 Paper (210x297 mm)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Niyakan, Seyednami</dc:creator>
  <cp:lastModifiedBy>Niyakan, Seyednami</cp:lastModifiedBy>
  <cp:revision>88</cp:revision>
  <dcterms:created xsi:type="dcterms:W3CDTF">2022-08-12T20:08:28Z</dcterms:created>
  <dcterms:modified xsi:type="dcterms:W3CDTF">2024-10-03T02:49:32Z</dcterms:modified>
</cp:coreProperties>
</file>